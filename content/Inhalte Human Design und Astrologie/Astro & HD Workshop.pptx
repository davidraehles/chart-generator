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19"/>
    <p:restoredTop sz="93199"/>
  </p:normalViewPr>
  <p:slideViewPr>
    <p:cSldViewPr snapToGrid="0">
      <p:cViewPr>
        <p:scale>
          <a:sx n="56" d="100"/>
          <a:sy n="56" d="100"/>
        </p:scale>
        <p:origin x="26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BDF3C-715B-E0EB-A61F-240CE5B42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D52D7DF-B0BE-CBF1-4C1A-3E269E640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5B2AAE-8920-D0CA-9A6A-6B51015B0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389820-FD3E-CF21-B39D-A23E344F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5B0F02-3C20-E9AF-53E4-A9610E9A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77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ED56F-A18A-D6B3-CD8A-3571E5E44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4E0226-ADB7-E81F-D860-91CA16136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D8327D-372D-EBB3-EC90-2408CDA1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5358C8-4E1C-F3E3-AACD-253A7ABC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20DE66-4E6F-FFF5-0DA2-79E10F4C9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663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6CB58-5880-665A-AF98-002A53AE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E8A9B0-684E-DE0E-C401-AD869DBFA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E8394C-CB47-ADD9-D096-83838A6A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9DEB40-781D-C897-77B3-28E63776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3D4BBF-0F55-673C-11FD-6820DEAC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948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BAA46-AB00-BC90-C8E5-42DD06466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253489-4A3C-F81C-B934-E4728C80A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C68413-7B35-73E3-1E41-6617101E2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77EBCF4-9756-BC0F-EEAA-78A4C0937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E1695B-FBB5-21E1-CF4A-45B96FC90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5B8592-E23D-9AD8-9D85-695AA3C9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46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8B5A80-F072-38A6-C2F7-707ACD17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9DBD5F-5628-59BD-5007-7757B1EB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4A3068-9A4C-3451-0F4A-859BC2F92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15F1952-5944-45BF-DBE2-A713D19D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252EB8-5772-9362-0549-CAA17E6841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C727B9-AD25-B3E8-AFF5-07DE44D8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EBEC3E1-B178-FD2B-6F84-A7F61FDB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006C83B-C1C9-5820-8D3F-ED72E633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30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E652CA-72FE-72F5-DC95-94056C2D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272F62-78D3-5B54-B2CA-C9924C02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F3EC83-080A-81D8-68BC-2AC9FA74A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50428B4-BBE3-8605-32B6-208181E5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566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57DA5E-3A42-434D-C0B0-8C098BA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F8876B-DF25-8B11-D735-5C93D0DE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B283E4-F03E-D11B-583F-A585367B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83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5AFCF-16EF-31F6-B0B5-96129655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BAA084-1E3F-1C19-9E69-887CC803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9CA0DF4-5DBF-141A-374B-4E77527E6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48D6A0-0AD5-F3C8-DEA2-74ECA68C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21C5667-2323-F16B-1D2D-EC6C3B554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6DBA25-2F5C-F6BA-D437-AC1C8347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854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71457A-4C86-3357-CE6A-3FC558446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C0700EF-3F35-81D1-E38C-691DFC190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59848-516D-D992-3EE4-CCB915C31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636C37-E1B5-D4D8-3740-5E9A9D1D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F0C48B-7C69-BC04-A836-5BFBDC1D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9CE9EC-5602-35E9-A0E3-C0CD355D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3994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119D9-565B-44FA-7BF8-0CB25F20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257B8E-6278-4D63-72FC-77488BB69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DC3C89-3F2A-4407-313D-87BBED9DC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5C37BC-B2CF-B466-61B0-358D856F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16E95-9520-1594-31A6-CB050A50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1696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CED0013-EE09-FA16-0A18-931BAA7F1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0C9CA17-930E-C6BE-1376-4B9BBC253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51519B-E67A-5A72-84AB-EDFB76FB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3821D-543B-13ED-F05A-73D7E9337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16BD0A-8127-CAE8-DFCF-6FCC698C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7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F41AE19-26D4-DE7F-DF28-4DA3F663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F281F0C-92B6-E242-69F5-68B87D267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562856-B5D5-B446-18EF-4799B8707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8BF84-33D4-C34A-A885-6EBC11CB2CEA}" type="datetimeFigureOut">
              <a:rPr lang="de-DE" smtClean="0"/>
              <a:t>19.04.25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2DD42F-1A67-F515-3B23-F21C62027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2C60E7-ACA0-EA5D-7D78-0291E11EE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CDB43-DA2E-5149-BBC9-6FBEE8FFBC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33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9F80962-5963-8609-A703-B55409F21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31" y="1382234"/>
            <a:ext cx="10279810" cy="4061636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C59DDD1-9BAB-57EA-882F-D1162CAD0DAA}"/>
              </a:ext>
            </a:extLst>
          </p:cNvPr>
          <p:cNvSpPr/>
          <p:nvPr/>
        </p:nvSpPr>
        <p:spPr>
          <a:xfrm>
            <a:off x="7377439" y="1069480"/>
            <a:ext cx="3166947" cy="1237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Menschen in einen Erfolg führen</a:t>
            </a:r>
          </a:p>
          <a:p>
            <a:pPr algn="ctr"/>
            <a:r>
              <a:rPr lang="de-DE" dirty="0"/>
              <a:t>Fragen vor Buchung: Wohin willst du?</a:t>
            </a:r>
          </a:p>
        </p:txBody>
      </p:sp>
    </p:spTree>
    <p:extLst>
      <p:ext uri="{BB962C8B-B14F-4D97-AF65-F5344CB8AC3E}">
        <p14:creationId xmlns:p14="http://schemas.microsoft.com/office/powerpoint/2010/main" val="191401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99766F8-C6A3-BFDE-1A1F-B488F00B5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86" y="1194612"/>
            <a:ext cx="10646941" cy="4627362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C59DDD1-9BAB-57EA-882F-D1162CAD0DAA}"/>
              </a:ext>
            </a:extLst>
          </p:cNvPr>
          <p:cNvSpPr/>
          <p:nvPr/>
        </p:nvSpPr>
        <p:spPr>
          <a:xfrm>
            <a:off x="7377439" y="1069480"/>
            <a:ext cx="3166947" cy="1237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Welche Systeme passen zu dir? Welche Struktur passt zu dir, welche </a:t>
            </a:r>
          </a:p>
        </p:txBody>
      </p:sp>
    </p:spTree>
    <p:extLst>
      <p:ext uri="{BB962C8B-B14F-4D97-AF65-F5344CB8AC3E}">
        <p14:creationId xmlns:p14="http://schemas.microsoft.com/office/powerpoint/2010/main" val="944734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3D28A26C-A94A-6AFC-A491-CF2262E75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334537"/>
            <a:ext cx="9658433" cy="517783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C59DDD1-9BAB-57EA-882F-D1162CAD0DAA}"/>
              </a:ext>
            </a:extLst>
          </p:cNvPr>
          <p:cNvSpPr/>
          <p:nvPr/>
        </p:nvSpPr>
        <p:spPr>
          <a:xfrm>
            <a:off x="7377439" y="1069480"/>
            <a:ext cx="3550756" cy="2655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Erst ich, dann andere Menschen.</a:t>
            </a:r>
          </a:p>
          <a:p>
            <a:pPr algn="ctr"/>
            <a:r>
              <a:rPr lang="de-DE" dirty="0"/>
              <a:t>Welche Menschen fühlen sich von mir angezogen? 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Welche Angebote sind energetisch richtig für mich?</a:t>
            </a:r>
          </a:p>
        </p:txBody>
      </p:sp>
    </p:spTree>
    <p:extLst>
      <p:ext uri="{BB962C8B-B14F-4D97-AF65-F5344CB8AC3E}">
        <p14:creationId xmlns:p14="http://schemas.microsoft.com/office/powerpoint/2010/main" val="34048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5EDC3E1-18A9-2460-CEF6-C18C80B18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3564"/>
            <a:ext cx="7772400" cy="361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95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934A513-6663-34A2-5055-3017E7E64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37492"/>
            <a:ext cx="7772400" cy="4783015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C59DDD1-9BAB-57EA-882F-D1162CAD0DAA}"/>
              </a:ext>
            </a:extLst>
          </p:cNvPr>
          <p:cNvSpPr/>
          <p:nvPr/>
        </p:nvSpPr>
        <p:spPr>
          <a:xfrm>
            <a:off x="7622766" y="773972"/>
            <a:ext cx="3550756" cy="2655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Ausgangssituation dieser Klientin</a:t>
            </a:r>
          </a:p>
        </p:txBody>
      </p:sp>
    </p:spTree>
    <p:extLst>
      <p:ext uri="{BB962C8B-B14F-4D97-AF65-F5344CB8AC3E}">
        <p14:creationId xmlns:p14="http://schemas.microsoft.com/office/powerpoint/2010/main" val="242570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00E4A88-B2F6-A3E0-84EE-7CE1943C8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8439"/>
            <a:ext cx="7772400" cy="49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5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74A396D-258F-5341-D442-EAE55BF2F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46975"/>
            <a:ext cx="7772400" cy="53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8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678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Macintosh PowerPoint</Application>
  <PresentationFormat>Breitbild</PresentationFormat>
  <Paragraphs>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Silke Stupperich</dc:creator>
  <cp:lastModifiedBy>Silke Stupperich</cp:lastModifiedBy>
  <cp:revision>1</cp:revision>
  <dcterms:created xsi:type="dcterms:W3CDTF">2025-04-19T08:40:38Z</dcterms:created>
  <dcterms:modified xsi:type="dcterms:W3CDTF">2025-04-19T09:05:37Z</dcterms:modified>
</cp:coreProperties>
</file>